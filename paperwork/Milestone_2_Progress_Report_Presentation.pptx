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2"/>
    <p:restoredTop sz="94676"/>
  </p:normalViewPr>
  <p:slideViewPr>
    <p:cSldViewPr snapToGrid="0" snapToObjects="1">
      <p:cViewPr varScale="1">
        <p:scale>
          <a:sx n="114" d="100"/>
          <a:sy n="114" d="100"/>
        </p:scale>
        <p:origin x="16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Milestone 2: Hidden Markov Model for Smart Homes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dirty="0"/>
              <a:t>Progress Report</a:t>
            </a:r>
            <a:r>
              <a:rPr lang="en-US" dirty="0"/>
              <a:t> by </a:t>
            </a:r>
            <a:r>
              <a:rPr dirty="0"/>
              <a:t>Akash Rana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Build and apply an HMM from scratch</a:t>
            </a:r>
          </a:p>
          <a:p>
            <a:r>
              <a:t>Application: Smart home activity recognition</a:t>
            </a:r>
          </a:p>
          <a:p>
            <a:r>
              <a:t>Focus: Progress, challenges, future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HMM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Implemented Core Algorithms:</a:t>
            </a:r>
          </a:p>
          <a:p>
            <a:r>
              <a:rPr dirty="0"/>
              <a:t>Forward-Backward</a:t>
            </a:r>
          </a:p>
          <a:p>
            <a:r>
              <a:rPr dirty="0"/>
              <a:t>Baum-Welch</a:t>
            </a:r>
          </a:p>
          <a:p>
            <a:r>
              <a:rPr dirty="0"/>
              <a:t>Viterbi</a:t>
            </a:r>
          </a:p>
          <a:p>
            <a:r>
              <a:rPr dirty="0"/>
              <a:t>Result: Full HMM pipeline from initialization to decoding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Transition, emission, and initial probabilities jointly model activity</a:t>
            </a:r>
          </a:p>
          <a:p>
            <a:r>
              <a:rPr dirty="0"/>
              <a:t>Importance of structuring observation space (sensor </a:t>
            </a:r>
            <a:r>
              <a:rPr lang="en-US" dirty="0"/>
              <a:t>data </a:t>
            </a:r>
            <a:r>
              <a:rPr dirty="0"/>
              <a:t>→ activity)</a:t>
            </a:r>
          </a:p>
          <a:p>
            <a:r>
              <a:rPr dirty="0"/>
              <a:t>Interdependence of HMM components for accurate inference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Issue: Real-world data sourcing</a:t>
            </a:r>
          </a:p>
          <a:p>
            <a:r>
              <a:t>Solution: CASA dataset selected</a:t>
            </a:r>
          </a:p>
          <a:p>
            <a:r>
              <a:t>Next Steps: Preprocessing for consistent sensor events and valid time windows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Validation: Dummy data used for testing</a:t>
            </a:r>
          </a:p>
          <a:p>
            <a:r>
              <a:t>Current Status: Real-world trials started, further cleanup needed</a:t>
            </a:r>
          </a:p>
          <a:p>
            <a:r>
              <a:t>Need: Feature engineering aligned with smart home context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CA902-40ED-EC86-0F86-B1D481E78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Hidden Markov Model</a:t>
            </a:r>
          </a:p>
        </p:txBody>
      </p:sp>
      <p:pic>
        <p:nvPicPr>
          <p:cNvPr id="5" name="Content Placeholder 4" descr="A diagram of a cooking process&#10;&#10;AI-generated content may be incorrect.">
            <a:extLst>
              <a:ext uri="{FF2B5EF4-FFF2-40B4-BE49-F238E27FC236}">
                <a16:creationId xmlns:a16="http://schemas.microsoft.com/office/drawing/2014/main" id="{6CE789ED-FD1F-06AD-12BB-9DE7273BDC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5200" y="2085181"/>
            <a:ext cx="7213600" cy="3556000"/>
          </a:xfrm>
        </p:spPr>
      </p:pic>
    </p:spTree>
    <p:extLst>
      <p:ext uri="{BB962C8B-B14F-4D97-AF65-F5344CB8AC3E}">
        <p14:creationId xmlns:p14="http://schemas.microsoft.com/office/powerpoint/2010/main" val="407060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HMM Theory - Smart Home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t>HMM Element | Smart Home Meaning</a:t>
            </a:r>
          </a:p>
          <a:p>
            <a:r>
              <a:t>-------------|---------------------</a:t>
            </a:r>
          </a:p>
          <a:p>
            <a:r>
              <a:t>Hidden States (S) | Actual locations (e.g., kitchen)</a:t>
            </a:r>
          </a:p>
          <a:p>
            <a:r>
              <a:t>Observations (O) | Sensor activities (e.g., motion)</a:t>
            </a:r>
          </a:p>
          <a:p>
            <a:r>
              <a:t>Transition Prob. (A) | Move between locations</a:t>
            </a:r>
          </a:p>
          <a:p>
            <a:r>
              <a:t>Emission Prob. (B) | Sensor reading given location</a:t>
            </a:r>
          </a:p>
          <a:p>
            <a:r>
              <a:t>Initial Prob. (π) | Start location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Joint Probability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Given:</a:t>
            </a:r>
          </a:p>
          <a:p>
            <a:r>
              <a:t>O = {Motion, Cooking, No Motion}</a:t>
            </a:r>
          </a:p>
          <a:p>
            <a:r>
              <a:t>S = {Living Room, Kitchen, Bedroom}</a:t>
            </a:r>
          </a:p>
          <a:p>
            <a:r>
              <a:t>Joint Probability:</a:t>
            </a:r>
          </a:p>
          <a:p>
            <a:r>
              <a:t>P(O, S) = P(S1) × P(O1|S1) × P(S2|S1) × 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Forward &amp; Backward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Forward (α): Likelihood up to time t</a:t>
            </a:r>
          </a:p>
          <a:p>
            <a:r>
              <a:t>Backward (β): Likelihood after time t</a:t>
            </a:r>
          </a:p>
          <a:p>
            <a:r>
              <a:t>Use: Combined for posterior inference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Expectation &amp; Re-estimation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Posterior Prob (γ): Probability of state i at time t</a:t>
            </a:r>
          </a:p>
          <a:p>
            <a:r>
              <a:t>Transition Prob (ξ): Probability of moving from i → j</a:t>
            </a:r>
          </a:p>
          <a:p>
            <a:r>
              <a:t>Update Rules (Baum-Welch):</a:t>
            </a:r>
          </a:p>
          <a:p>
            <a:r>
              <a:t>- π, A, B updated iteratively using γ and 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Viterbi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Most probable sequence of hidden states</a:t>
            </a:r>
          </a:p>
          <a:p>
            <a:r>
              <a:t>Approach:</a:t>
            </a:r>
          </a:p>
          <a:p>
            <a:r>
              <a:t>- Recursively track max probability path</a:t>
            </a:r>
          </a:p>
          <a:p>
            <a:r>
              <a:t>- Backtrack to decode final sequence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 HMM on real-world data</a:t>
            </a:r>
          </a:p>
          <a:p>
            <a:r>
              <a:t>Evaluate predictions vs. actual movements</a:t>
            </a:r>
          </a:p>
          <a:p>
            <a:r>
              <a:t>Introduce Bayesian Networks (context-aware refinement)</a:t>
            </a:r>
          </a:p>
          <a:p>
            <a:r>
              <a:t>Optimize parameters (e.g., smoothing, # of states)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Solid progress on HMM theory &amp; implementation</a:t>
            </a:r>
          </a:p>
          <a:p>
            <a:r>
              <a:rPr dirty="0"/>
              <a:t>Real-world integration in progress</a:t>
            </a:r>
          </a:p>
          <a:p>
            <a:r>
              <a:rPr dirty="0"/>
              <a:t>Future work will focus on data refinement &amp; predictive accuracy</a:t>
            </a:r>
            <a:r>
              <a:rPr lang="en-US" dirty="0"/>
              <a:t> by implementing Bayesian Network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422</Words>
  <Application>Microsoft Macintosh PowerPoint</Application>
  <PresentationFormat>On-screen Show (4:3)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Milestone 2: Hidden Markov Model for Smart Homes</vt:lpstr>
      <vt:lpstr>Overview</vt:lpstr>
      <vt:lpstr>HMM Implementation</vt:lpstr>
      <vt:lpstr>Key Learnings</vt:lpstr>
      <vt:lpstr>Dataset Challenges</vt:lpstr>
      <vt:lpstr>Data Progress</vt:lpstr>
      <vt:lpstr>Hidden Markov Model</vt:lpstr>
      <vt:lpstr>HMM Theory - Smart Home Mapping</vt:lpstr>
      <vt:lpstr>Joint Probability Example</vt:lpstr>
      <vt:lpstr>Forward &amp; Backward Algorithm</vt:lpstr>
      <vt:lpstr>Expectation &amp; Re-estimation</vt:lpstr>
      <vt:lpstr>Viterbi Algorithm</vt:lpstr>
      <vt:lpstr>Future Plans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Akash Rana</cp:lastModifiedBy>
  <cp:revision>6</cp:revision>
  <dcterms:created xsi:type="dcterms:W3CDTF">2013-01-27T09:14:16Z</dcterms:created>
  <dcterms:modified xsi:type="dcterms:W3CDTF">2025-03-21T02:38:16Z</dcterms:modified>
  <cp:category/>
</cp:coreProperties>
</file>